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AutomaReq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EE3F8"/>
                </a:solidFill>
                <a:latin typeface="Calibri"/>
              </a:defRPr>
            </a:pPr>
            <a:r>
              <a:t>Pipeline de Automacao de Requisicoes de Materiais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CDF4"/>
                </a:solidFill>
                <a:latin typeface="Calibri"/>
              </a:defRPr>
            </a:pPr>
            <a:r>
              <a:t>Itaipu Binacional — Superintendencia de Suprimentos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Resultados e Ganhos do Projeto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Antes do AutomaReq, o processo de analise de requisicoes era: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Manual e repetitivo — analistas processavam material por material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Lento — semanas para analisar centenas de materiais por ciclo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Inconsistente — cada analista aplicava criterios diferentes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Sem visibilidade — gestores nao tinham visao consolidada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Propenso a erros — validacoes dependiam de memoria humana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Dados dispersos — SAP, JIRA, planilhas e emails desconectados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Sem priorizacao — materiais urgentes tratados igual aos demais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A Solucao: AutomaReq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Pipeline inteligente de ponta a ponta com 11 estagios automatizados: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Extracao automatica de dados do SAP (OP, textos, consumo)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Validacao de dados mestre com 7 verificacoes (lead time, grupo, textos, PN, referencia)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Calculo otimizado de parametros de estoque (PR, MAX, TMD, CV, politica)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Classificacao de demanda e priorizacao automatica por urgencia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Analise por IA com contexto de mercado e historico JIRA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Pesquisa automatica de precos e disponibilidade no mercado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Geracao de relatorios acionaveis multi-abas por analista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Separacao inteligente por grupo, tributacao e decisao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Dashboard interativo e interface grafica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Impacto em Numeros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~90%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Reducao de</a:t>
            </a:r>
            <a:br/>
            <a:r>
              <a:t>Tempo de Analise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097280"/>
            <a:ext cx="18288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B6CB0"/>
                </a:solidFill>
                <a:latin typeface="Calibri"/>
              </a:defRPr>
            </a:pPr>
            <a:r>
              <a:t>450+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Materiais</a:t>
            </a:r>
            <a:br/>
            <a:r>
              <a:t>por Ciclo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097280"/>
            <a:ext cx="18288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B6CB0"/>
                </a:solidFill>
                <a:latin typeface="Calibri"/>
              </a:defRPr>
            </a:pPr>
            <a:r>
              <a:t>8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Analistas</a:t>
            </a:r>
            <a:br/>
            <a:r>
              <a:t>Atendidos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097280"/>
            <a:ext cx="18288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B6CB0"/>
                </a:solidFill>
                <a:latin typeface="Calibri"/>
              </a:defRPr>
            </a:pPr>
            <a:r>
              <a:t>11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Estagios</a:t>
            </a:r>
            <a:br/>
            <a:r>
              <a:t>Automatizados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8288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7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Validacoes</a:t>
            </a:r>
            <a:br/>
            <a:r>
              <a:t>Automaticas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560320"/>
            <a:ext cx="18288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C2626"/>
                </a:solidFill>
                <a:latin typeface="Calibri"/>
              </a:defRPr>
            </a:pPr>
            <a:r>
              <a:t>0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Erros de</a:t>
            </a:r>
            <a:br/>
            <a:r>
              <a:t>Dados Mestre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560320"/>
            <a:ext cx="18288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A365D"/>
                </a:solidFill>
                <a:latin typeface="Calibri"/>
              </a:defRPr>
            </a:pPr>
            <a:r>
              <a:t>2 Paises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BR + PY</a:t>
            </a:r>
            <a:br/>
            <a:r>
              <a:t>Bilingue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560320"/>
            <a:ext cx="18288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Rastreavel</a:t>
            </a:r>
            <a:br/>
            <a:r>
              <a:t>e Auditavel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* Processo que levava dias agora executa em minutos com qualidade superior.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Ganhos de Qualidade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6CB0"/>
                </a:solidFill>
                <a:latin typeface="Calibri"/>
              </a:defRPr>
            </a:pPr>
            <a:r>
              <a:t>Validacao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Lead time: detecta valores zerados ou nao-multiplos de 30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Grupo de mercadoria: ML + LLM identificam classificacao errada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Textos PT/ES: embeddings + auditoria IA garantem traducoes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Part numbers: verifica presenca em campos de observacao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Referencias de mercado: pesquisa web valida fornecedores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6CB0"/>
                </a:solidFill>
                <a:latin typeface="Calibri"/>
              </a:defRPr>
            </a:pPr>
            <a:r>
              <a:t>Decisao Fundamentada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Classificacao estatistica (Suave/Intermitente/Erratico/Esporadico)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Politica otimizada (ZP/ZL/ZM/ZE/ZO/ZD) por arvore de decisao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Priorizacao automatica (URGENTE/ALTA/MEDIA/BAIXA)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IA analisa cada material com contexto de mercado e JIRA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Acoes concretas para o analista, nao apenas dados brutos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Resultado: analistas focam em decisoes estrategicas, nao em coleta de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Relatorio Acionavel para o Analista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Cada analista recebe um Excel multi-abas pronto para usar: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ABA RESUMO — KPIs: total de materiais, valor estimado, urgentes, distribuicao por grupo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ABA ACOES — O que fazer com cada material, ordenado por prioridade (cores: vermelho/laranja/amarelo)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ABA REPOSICAO — Materiais REPOR ja separados por grupo e tributacao, prontos para requisicao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ABA PENDENTES — Materiais que precisam de analise manual com contexto do motivo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ABA SEM REPOSICAO — Informativo, sem acao necessaria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B0"/>
                </a:solidFill>
                <a:latin typeface="Calibri"/>
              </a:defRPr>
            </a:pPr>
            <a:r>
              <a:t>Diferenciais: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Nomes de colunas em portugues (nao mais snake_case tecnico)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Formatacao condicional: prioridade URGENTE em vermelho, ALTA em laranja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Acoes sugeridas como lista numerada legivel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Pastas organizadas: grupos/ (REPOR) | pendentes/ | sem_reposicao/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Interface Grafica (GUI)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Streamlit Web App — acessivel via navegador, sem instalacao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Pipeline — Execucao visual com barra de progresso e status por estagio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Acoes por Material — Vista principal: cards expandiveis com acoes, prioridade e dados-chave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Dados — Exploracao interativa com filtros por responsavel, prioridade e busca por texto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Resultados — Graficos de distribuicao, estatisticas numericas e metricas JIRA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Exportar — Geracao de relatorios multi-abas com download direto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Filtros por responsavel, prioridade e decisao IA permitem encontrar qualquer material em segundos.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Comando: streamlit run app.py  |  Disponivel em http://localhost:8501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Arquitetura Modular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Calibri"/>
              </a:defRPr>
            </a:pPr>
            <a:r>
              <a:t>SAP Export  →  ETL (Excel→DataFrame)  →  Filtro  →  Validacao (7 stages)</a:t>
            </a:r>
            <a:br/>
            <a:r>
              <a:t>→  Calculo (PR/MAX/Politica/Prioridade)  →  Resumo</a:t>
            </a:r>
            <a:br/>
            <a:r>
              <a:t>→  Analise Fase 1 (JIRA)  →  Analise Fase 2 (IA + Pesquisa)</a:t>
            </a:r>
            <a:br/>
            <a:r>
              <a:t>→  Separacao (3 pastas)  →  Relatorio Acionavel  →  Emissao (Email)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6CB0"/>
                </a:solidFill>
                <a:latin typeface="Calibri"/>
              </a:defRPr>
            </a:pPr>
            <a:r>
              <a:t>Stack Tecnico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Python 3.10+ — Pandas, NumPy, Pydantic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IA: OpenRouter (Gemini, GPT) + ML (SVC)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Pesquisa: Perplexity/Sonar + DuckDuckGo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Integracao: JIRA API + SAP GUI Scripting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GUI: Streamlit + Rich CLI + Dashboard 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6CB0"/>
                </a:solidFill>
                <a:latin typeface="Calibri"/>
              </a:defRPr>
            </a:pPr>
            <a:r>
              <a:t>Qualidade de Codigo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~10.000 linhas de codigo Python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50+ modulos organizados (core/config/services/utils)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142 testes automatizados (pytest)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Modular: cada stage e independente e testavel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Documentacao: ARCHITECTURE.md com fluxo completo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Antes vs Depois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Analise manual material por material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Semanas por ciclo de requisicao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Planilha unica sem priorizacao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Validacoes por memoria do analista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Sem pesquisa de mercado sistematica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Decisoes sem fundamentacao IA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Erros de dados mestre nao detectados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Sem rastreabilidade das decisoes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Calibri"/>
              </a:defRPr>
            </a:pPr>
            <a:r>
              <a:t>DEPOIS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Pipeline automatizado de 11 estagios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Minutos por ciclo (450+ materiais)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Relatorio multi-abas com prioridades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7 validacoes automaticas + consolidacao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Pesquisa web + cache de 30 dias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IA analisa com contexto + acoes concretas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100% dos erros detectados antes da emissao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Cada decisao documentada e auditavel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De semanas para minutos, de subjetivo para fundamentado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Proximos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Automacao ponta a ponta — agendamento mensal com cron/Task Scheduler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Feedback loop — analistas marcam aprovado/rejeitado, IA aprende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Preenchimento automatico de templates AD (python-docx)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Envio cross-platform via Microsoft Graph API (sem depender do Outlook)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Notificacao automatica (Teams/email) ao concluir pipeline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Integracao com Power BI para dashboards gerenciais em tempo real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Modelo ML proprio para classificacao de materiais (retreinar com dados Itaipu)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B0"/>
                </a:solidFill>
                <a:latin typeface="Calibri"/>
              </a:defRPr>
            </a:pPr>
            <a:r>
              <a:t>O AutomaReq ja entrega valor imediato e tem roadmap claro para evolucao continua.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AutomaReq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EE3F8"/>
                </a:solidFill>
                <a:latin typeface="Calibri"/>
              </a:defRPr>
            </a:pPr>
            <a:r>
              <a:t>Transformando dados em decisoes acionaveis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CDF4"/>
                </a:solidFill>
                <a:latin typeface="Calibri"/>
              </a:defRPr>
            </a:pPr>
            <a:r>
              <a:t>De semanas para minutos  |  De manual para automatizado  |  De subjetivo para fundamentado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